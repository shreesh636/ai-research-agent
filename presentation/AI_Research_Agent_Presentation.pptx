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AI Research Agent</a:t>
            </a:r>
          </a:p>
          <a:p>
            <a:pPr>
              <a:spcAft>
                <a:spcPts val="1200"/>
              </a:spcAft>
              <a:defRPr sz="2100"/>
            </a:pPr>
            <a:r>
              <a:t>Shreesh | B.Tech CSE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Introduce yourself and the project name. Mention this is built using n8n workflow automation as part of Assignment 13.5.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Automates web research using AI</a:t>
            </a:r>
          </a:p>
          <a:p>
            <a:pPr>
              <a:spcAft>
                <a:spcPts val="1200"/>
              </a:spcAft>
              <a:defRPr sz="2100"/>
            </a:pPr>
            <a:r>
              <a:t>Built entirely on n8n (workflow automation)</a:t>
            </a:r>
          </a:p>
          <a:p>
            <a:pPr>
              <a:spcAft>
                <a:spcPts val="1200"/>
              </a:spcAft>
              <a:defRPr sz="2100"/>
            </a:pPr>
            <a:r>
              <a:t>Combines search + AI reasoning + report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Briefly explain what the project does in one sentence before diving into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Manual research is slow and repetitive</a:t>
            </a:r>
          </a:p>
          <a:p>
            <a:pPr>
              <a:spcAft>
                <a:spcPts val="1200"/>
              </a:spcAft>
              <a:defRPr sz="2100"/>
            </a:pPr>
            <a:r>
              <a:t>Requires visiting many sites and compiling notes</a:t>
            </a:r>
          </a:p>
          <a:p>
            <a:pPr>
              <a:spcAft>
                <a:spcPts val="1200"/>
              </a:spcAft>
              <a:defRPr sz="2100"/>
            </a:pPr>
            <a:r>
              <a:t>No consistent report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Describe the pain point this project solves, based on your own research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Accept a topic via chat</a:t>
            </a:r>
          </a:p>
          <a:p>
            <a:pPr>
              <a:spcAft>
                <a:spcPts val="1200"/>
              </a:spcAft>
              <a:defRPr sz="2100"/>
            </a:pPr>
            <a:r>
              <a:t>Search the web in real time</a:t>
            </a:r>
          </a:p>
          <a:p>
            <a:pPr>
              <a:spcAft>
                <a:spcPts val="1200"/>
              </a:spcAft>
              <a:defRPr sz="2100"/>
            </a:pPr>
            <a:r>
              <a:t>Synthesize sources using AI</a:t>
            </a:r>
          </a:p>
          <a:p>
            <a:pPr>
              <a:spcAft>
                <a:spcPts val="1200"/>
              </a:spcAft>
              <a:defRPr sz="2100"/>
            </a:pPr>
            <a:r>
              <a:t>Generate a structured HTML report</a:t>
            </a:r>
          </a:p>
          <a:p>
            <a:pPr>
              <a:spcAft>
                <a:spcPts val="1200"/>
              </a:spcAft>
              <a:defRPr sz="2100"/>
            </a:pPr>
            <a:r>
              <a:t>Handle errors gracefully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Walk through each objective quickly; these map directly to assignment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Single n8n workflow: Chat → Search → AI Agent → HTML</a:t>
            </a:r>
          </a:p>
          <a:p>
            <a:pPr>
              <a:spcAft>
                <a:spcPts val="1200"/>
              </a:spcAft>
              <a:defRPr sz="2100"/>
            </a:pPr>
            <a:r>
              <a:t>Tavily for live web search</a:t>
            </a:r>
          </a:p>
          <a:p>
            <a:pPr>
              <a:spcAft>
                <a:spcPts val="1200"/>
              </a:spcAft>
              <a:defRPr sz="2100"/>
            </a:pPr>
            <a:r>
              <a:t>Groq LLM for analysis</a:t>
            </a:r>
          </a:p>
          <a:p>
            <a:pPr>
              <a:spcAft>
                <a:spcPts val="1200"/>
              </a:spcAft>
              <a:defRPr sz="2100"/>
            </a:pPr>
            <a:r>
              <a:t>Automatic HTML formatting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Summarize the end-to-end solution in one breath before the architecture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n8n (automation engine)</a:t>
            </a:r>
          </a:p>
          <a:p>
            <a:pPr>
              <a:spcAft>
                <a:spcPts val="1200"/>
              </a:spcAft>
              <a:defRPr sz="2100"/>
            </a:pPr>
            <a:r>
              <a:t>Tavily Search API</a:t>
            </a:r>
          </a:p>
          <a:p>
            <a:pPr>
              <a:spcAft>
                <a:spcPts val="1200"/>
              </a:spcAft>
              <a:defRPr sz="2100"/>
            </a:pPr>
            <a:r>
              <a:t>Groq (LLM inference)</a:t>
            </a:r>
          </a:p>
          <a:p>
            <a:pPr>
              <a:spcAft>
                <a:spcPts val="1200"/>
              </a:spcAft>
              <a:defRPr sz="2100"/>
            </a:pPr>
            <a:r>
              <a:t>JavaScript (Code nodes)</a:t>
            </a:r>
          </a:p>
          <a:p>
            <a:pPr>
              <a:spcAft>
                <a:spcPts val="1200"/>
              </a:spcAft>
              <a:defRPr sz="2100"/>
            </a:pPr>
            <a:r>
              <a:t>HTML/CSS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Mention why each tool was chosen — e.g., Groq for fast inference, Tavily for AI-optimized search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Chat Trigger → Extract Topic → Validation</a:t>
            </a:r>
          </a:p>
          <a:p>
            <a:pPr>
              <a:spcAft>
                <a:spcPts val="1200"/>
              </a:spcAft>
              <a:defRPr sz="2100"/>
            </a:pPr>
            <a:r>
              <a:t>Tavily Search → Process Results</a:t>
            </a:r>
          </a:p>
          <a:p>
            <a:pPr>
              <a:spcAft>
                <a:spcPts val="1200"/>
              </a:spcAft>
              <a:defRPr sz="2100"/>
            </a:pPr>
            <a:r>
              <a:t>Research Agent (Groq) → HTML Generation</a:t>
            </a:r>
          </a:p>
          <a:p>
            <a:pPr>
              <a:spcAft>
                <a:spcPts val="1200"/>
              </a:spcAft>
              <a:defRPr sz="2100"/>
            </a:pPr>
            <a:r>
              <a:t>Three error-handling branches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Use this slide to show the full node diagram from ARCHITECTURE.md.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11 nodes, 3 functional groups</a:t>
            </a:r>
          </a:p>
          <a:p>
            <a:pPr>
              <a:spcAft>
                <a:spcPts val="1200"/>
              </a:spcAft>
              <a:defRPr sz="2100"/>
            </a:pPr>
            <a:r>
              <a:t>Validate topic → Search the web → Generate report</a:t>
            </a:r>
          </a:p>
          <a:p>
            <a:pPr>
              <a:spcAft>
                <a:spcPts val="1200"/>
              </a:spcAft>
              <a:defRPr sz="2100"/>
            </a:pPr>
            <a:r>
              <a:t>Modular, easy to extend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Explain the grouping used in the actual JSON (`nodeGroups`), and why modularity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Tavily Search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Advanced search depth</a:t>
            </a:r>
          </a:p>
          <a:p>
            <a:pPr>
              <a:spcAft>
                <a:spcPts val="1200"/>
              </a:spcAft>
              <a:defRPr sz="2100"/>
            </a:pPr>
            <a:r>
              <a:t>Up to 8 results per query</a:t>
            </a:r>
          </a:p>
          <a:p>
            <a:pPr>
              <a:spcAft>
                <a:spcPts val="1200"/>
              </a:spcAft>
              <a:defRPr sz="2100"/>
            </a:pPr>
            <a:r>
              <a:t>Includes a quick-answer summary</a:t>
            </a:r>
          </a:p>
          <a:p>
            <a:pPr>
              <a:spcAft>
                <a:spcPts val="1200"/>
              </a:spcAft>
              <a:defRPr sz="2100"/>
            </a:pPr>
            <a:r>
              <a:t>Returns title, URL, and content excerpt per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Explain why Tavily specifically (AI-optimized search) rather than a general search engine.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Research Agent + Groq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LangChain Agent node performs the reasoning</a:t>
            </a:r>
          </a:p>
          <a:p>
            <a:pPr>
              <a:spcAft>
                <a:spcPts val="1200"/>
              </a:spcAft>
              <a:defRPr sz="2100"/>
            </a:pPr>
            <a:r>
              <a:t>Groq model: openai/gpt-oss-120b, temperature 0.3</a:t>
            </a:r>
          </a:p>
          <a:p>
            <a:pPr>
              <a:spcAft>
                <a:spcPts val="1200"/>
              </a:spcAft>
              <a:defRPr sz="2100"/>
            </a:pPr>
            <a:r>
              <a:t>System prompt enforces synthesis, not copying</a:t>
            </a:r>
          </a:p>
          <a:p>
            <a:pPr>
              <a:spcAft>
                <a:spcPts val="1200"/>
              </a:spcAft>
              <a:defRPr sz="2100"/>
            </a:pPr>
            <a:r>
              <a:t>Fixed report structure (7 sections)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This is the core AI slide — explain the system prompt design briefly.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HTML Report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Custom JavaScript Markdown-to-HTML converter</a:t>
            </a:r>
          </a:p>
          <a:p>
            <a:pPr>
              <a:spcAft>
                <a:spcPts val="1200"/>
              </a:spcAft>
              <a:defRPr sz="2100"/>
            </a:pPr>
            <a:r>
              <a:t>Embedded CSS, no external dependencies</a:t>
            </a:r>
          </a:p>
          <a:p>
            <a:pPr>
              <a:spcAft>
                <a:spcPts val="1200"/>
              </a:spcAft>
              <a:defRPr sz="2100"/>
            </a:pPr>
            <a:r>
              <a:t>Fully self-contained, browser-ready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Mention that no external libraries are used — the parser is hand-written for this exact report format.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Missing Topic Error</a:t>
            </a:r>
          </a:p>
          <a:p>
            <a:pPr>
              <a:spcAft>
                <a:spcPts val="1200"/>
              </a:spcAft>
              <a:defRPr sz="2100"/>
            </a:pPr>
            <a:r>
              <a:t>Search Error (Tavily failure)</a:t>
            </a:r>
          </a:p>
          <a:p>
            <a:pPr>
              <a:spcAft>
                <a:spcPts val="1200"/>
              </a:spcAft>
              <a:defRPr sz="2100"/>
            </a:pPr>
            <a:r>
              <a:t>AI Error (Groq/Agent failure)</a:t>
            </a:r>
          </a:p>
          <a:p>
            <a:pPr>
              <a:spcAft>
                <a:spcPts val="1200"/>
              </a:spcAft>
              <a:defRPr sz="2100"/>
            </a:pPr>
            <a:r>
              <a:t>Each returns a clear, user-friendly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Emphasize that failures are handled explicitly, not left to crash the workflow.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Tested live with real Tavily and Groq credentials</a:t>
            </a:r>
          </a:p>
          <a:p>
            <a:pPr>
              <a:spcAft>
                <a:spcPts val="1200"/>
              </a:spcAft>
              <a:defRPr sz="2100"/>
            </a:pPr>
            <a:r>
              <a:t>Confirmed real API responses (request ID, response time)</a:t>
            </a:r>
          </a:p>
          <a:p>
            <a:pPr>
              <a:spcAft>
                <a:spcPts val="1200"/>
              </a:spcAft>
              <a:defRPr sz="2100"/>
            </a:pPr>
            <a:r>
              <a:t>Full HTML report generated with all required 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Reference the execution screenshot as evidence of a successful live test run.</a:t>
            </a:r>
          </a:p>
        </p:txBody>
      </p:sp>
      <p:pic>
        <p:nvPicPr>
          <p:cNvPr id="6" name="Picture 5" descr="execution_success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023360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Advantages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Advantage: fully automated, consistent, fast</a:t>
            </a:r>
          </a:p>
          <a:p>
            <a:pPr>
              <a:spcAft>
                <a:spcPts val="1200"/>
              </a:spcAft>
              <a:defRPr sz="2100"/>
            </a:pPr>
            <a:r>
              <a:t>Future Scope: PDF export, database storage, citation management, scheduled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Be clear that the Future Scope items are not implemented yet — they are proposed improvements.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/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Successfully automated end-to-end research</a:t>
            </a:r>
          </a:p>
          <a:p>
            <a:pPr>
              <a:spcAft>
                <a:spcPts val="1200"/>
              </a:spcAft>
              <a:defRPr sz="2100"/>
            </a:pPr>
            <a:r>
              <a:t>Meets all core assignment requirements</a:t>
            </a:r>
          </a:p>
          <a:p>
            <a:pPr>
              <a:spcAft>
                <a:spcPts val="1200"/>
              </a:spcAft>
              <a:defRPr sz="2100"/>
            </a:pPr>
            <a:r>
              <a:t>Thank you — questions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Speaker note: Close by restating the core value: turning one chat message into a complete, structured research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